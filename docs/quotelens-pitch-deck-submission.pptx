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7" r:id="rId19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QuoteLens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lowest quote is often not the lowest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Micro-business owners carry procurement work alone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quotes. Get one decision-ready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agents finish one useful job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price loses to true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 stops where trust begins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for the buyer, not the procurement department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reliable journey already runs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pain is documented, not assumed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propose.Humans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6384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WCC Launchpad 30 · Agentic AI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Noto Sans"/>
              </a:rPr>
              <a:t>Proof, not promises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r="4500"/>
          <a:stretch>
            <a:fillRect/>
          </a:stretch>
        </p:blipFill>
        <p:spPr>
          <a:xfrm>
            <a:off x="457200" y="1417320"/>
            <a:ext cx="5623560" cy="29246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5623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Noto Sans"/>
              </a:rPr>
              <a:t>Approval stays locked until every flagged uncertainty is confirmed by eye.</a:t>
            </a:r>
          </a:p>
        </p:txBody>
      </p:sp>
      <p:pic>
        <p:nvPicPr>
          <p:cNvPr id="5" name="Picture 4" descr="extract-llm.png"/>
          <p:cNvPicPr>
            <a:picLocks noChangeAspect="1"/>
          </p:cNvPicPr>
          <p:nvPr/>
        </p:nvPicPr>
        <p:blipFill>
          <a:blip r:embed="rId4"/>
          <a:srcRect r="3000"/>
          <a:stretch>
            <a:fillRect/>
          </a:stretch>
        </p:blipFill>
        <p:spPr>
          <a:xfrm>
            <a:off x="6126480" y="1417320"/>
            <a:ext cx="5623560" cy="2924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526280"/>
            <a:ext cx="5623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Noto Sans"/>
              </a:rPr>
              <a:t>A real model run: Extract labeled "LLM" (3.9s). Stages that time out label themselves "mock (fallback)" -- never faked.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534924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1F2937"/>
                </a:solidFill>
              </a:rPr>
              <a:t>Arya Yaligar  ·  Sanjana T D  ·  G Vajresh Shenoy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QuoteLens Pitch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